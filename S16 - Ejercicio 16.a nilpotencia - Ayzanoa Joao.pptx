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612BF-1A63-4A0F-917C-F140DB1C8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5E7140-B4A5-4FB7-9BA2-52927A84B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E1FACE-9167-4EB8-9A0D-EAAB5E7B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09906-FDE9-44AD-BABF-B811000B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351332-DE30-4A1E-898A-4A5B4A3A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735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43B52-CE29-463D-8835-4D8C2662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A1BA95-F9D8-45E9-AADA-5AF64541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C7E4BA-06FC-412F-A322-504DB6E7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CD1B01-8FCC-4DE9-9401-366AB33C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5D49E-D8B9-4CAC-950B-FCD60DBB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399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AFC10-2B65-4B24-A7C5-D963CF9A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A5454F-AB7B-4CBE-B98B-51ED63F9B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09EBF7-8340-4A39-A26C-2CC1B873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CBE123-C864-4D36-9059-3786FC84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C18958-9D0B-4ADE-A2A5-44FB2150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956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A33E6-7AD0-4732-ACB6-43D3C1A5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FD1EA-7042-4D04-8764-66EAF7D99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2521A0-73AA-462F-98A5-BC17DC074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9D34D4-F724-4ED0-9909-60C6645E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A0CE29-AC6F-477C-950B-824F3234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DE880A-F81F-46E5-AFF6-8BB6E89A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355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3B3EF-4B4C-4B2A-97AC-B530CD7A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47F667-7166-42FF-8A0F-2A4E6C0E3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4D81B6-D039-42CB-B56D-6414C285A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DD35D4-4758-4213-A332-95AB7798D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DBD69F-EEFE-4BA8-ACB8-E0A2D7309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99780B-AFC4-43C1-AA8C-6FC7217C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B2D852-4657-48BA-9A8B-ECAD62D6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41D396-0E4D-44F7-93D7-80B94100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045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BF95E-F70F-496B-950A-6BD369A2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4FCDE6B-6553-40F4-B0D3-EC999254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BE466C-D6D7-402F-8396-90A4762B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9EC60E-34EA-413C-98F2-971D8827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820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C75A7E-A30F-4ECA-946C-391275FC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6D27A2-9F51-4414-ACCC-CE6B1139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F13AAA-8396-41FE-AAE8-CF9A81F2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500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8834C-BA80-4190-928D-F6FC975D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289264-90AA-42E5-8263-18F166682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A85809-9887-48D1-9B3C-14AF10A82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294EAF-BEF7-423C-9D74-66B27C4B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4310F1-622B-4C73-BC22-1F546207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B7611F-44BD-4197-AAD8-FD0EE207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22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6FF84-C9E3-48EC-92D1-952A9EEB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66F711-CEEC-4AD7-A930-DCC80E905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F8539D-D62A-471A-98AE-FD535AED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C7D473-0C1C-49DD-8ECF-AB9F609E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11A31C-656B-4460-AF88-2CDBED86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F17C8D-45C1-4D00-950C-560C6247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829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2D4C8-2C63-4DB8-9CCF-C519CF99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3C1E6E-34DD-404D-9ABB-3075EA12E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DD814-F3D0-45B2-8AF4-FAFB1DD7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8189E-D2C4-4AA0-8F04-988E4868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F37FB-5E09-4CB5-8455-4C3EA7A2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989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49DEE4-E0B8-435B-95AA-230D6D4C2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70EA3A-CFB5-44D6-84F9-E9290A6CC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13981-41DA-4F75-8266-74185479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3785EF-954D-40FD-9141-D8AB2FBA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8CB88-ED76-497D-A10B-A9596B66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478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CD5A78-0EAC-4387-ACB6-41D292A5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FCA8B4-476D-42A3-A235-427F506D7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48DF25-28F6-4F2E-B8D5-F73631BC2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4C1CB-CC8D-4687-BB17-9D16149E311E}" type="datetimeFigureOut">
              <a:rPr lang="es-PE" smtClean="0"/>
              <a:t>27/11/2025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FF6E57-D326-4877-B03A-940E5489C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3409F-D92F-4176-9163-5BA74CD9A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200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3B2FA6D-56A5-4A7D-AB69-B9BC1DE64DD4}"/>
              </a:ext>
            </a:extLst>
          </p:cNvPr>
          <p:cNvCxnSpPr>
            <a:cxnSpLocks/>
          </p:cNvCxnSpPr>
          <p:nvPr/>
        </p:nvCxnSpPr>
        <p:spPr>
          <a:xfrm>
            <a:off x="6077952" y="1550894"/>
            <a:ext cx="115867" cy="4796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FAD804C-7F8C-406E-815F-6992668BCAFE}"/>
              </a:ext>
            </a:extLst>
          </p:cNvPr>
          <p:cNvSpPr/>
          <p:nvPr/>
        </p:nvSpPr>
        <p:spPr>
          <a:xfrm>
            <a:off x="0" y="139970"/>
            <a:ext cx="13933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16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3DD3AF-99A6-47F4-AA3B-666665025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30" y="168893"/>
            <a:ext cx="6954044" cy="10742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FC71856-6C98-4FBE-8F60-FFF71EF1C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627" y="906115"/>
            <a:ext cx="4353533" cy="314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54CBF8C-D5C0-424E-9D87-7A3012A37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147" y="1349029"/>
            <a:ext cx="3861878" cy="550704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7FA4B78-F2AD-4F6D-AB89-6F8B2A567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389" y="1343017"/>
            <a:ext cx="3698564" cy="5451957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5607211-DE29-4890-8B05-C04EAD20BE32}"/>
              </a:ext>
            </a:extLst>
          </p:cNvPr>
          <p:cNvSpPr txBox="1"/>
          <p:nvPr/>
        </p:nvSpPr>
        <p:spPr>
          <a:xfrm>
            <a:off x="8347374" y="444417"/>
            <a:ext cx="3814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u="sng" dirty="0"/>
              <a:t>JOAO AYZANOA SOLANO</a:t>
            </a:r>
            <a:endParaRPr lang="es-PE" sz="2800" u="sng" dirty="0"/>
          </a:p>
        </p:txBody>
      </p:sp>
    </p:spTree>
    <p:extLst>
      <p:ext uri="{BB962C8B-B14F-4D97-AF65-F5344CB8AC3E}">
        <p14:creationId xmlns:p14="http://schemas.microsoft.com/office/powerpoint/2010/main" val="146922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6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ayzanoacursos@gmail.com</dc:creator>
  <cp:lastModifiedBy>ayzanoacursos@gmail.com</cp:lastModifiedBy>
  <cp:revision>13</cp:revision>
  <dcterms:created xsi:type="dcterms:W3CDTF">2025-09-26T21:35:47Z</dcterms:created>
  <dcterms:modified xsi:type="dcterms:W3CDTF">2025-11-27T15:35:52Z</dcterms:modified>
</cp:coreProperties>
</file>