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612BF-1A63-4A0F-917C-F140DB1C8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5E7140-B4A5-4FB7-9BA2-52927A84B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E1FACE-9167-4EB8-9A0D-EAAB5E7BB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F09906-FDE9-44AD-BABF-B811000B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351332-DE30-4A1E-898A-4A5B4A3A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735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43B52-CE29-463D-8835-4D8C2662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A1BA95-F9D8-45E9-AADA-5AF645410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C7E4BA-06FC-412F-A322-504DB6E7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CD1B01-8FCC-4DE9-9401-366AB33C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5D49E-D8B9-4CAC-950B-FCD60DBB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3399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AFC10-2B65-4B24-A7C5-D963CF9A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A5454F-AB7B-4CBE-B98B-51ED63F9B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09EBF7-8340-4A39-A26C-2CC1B873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CBE123-C864-4D36-9059-3786FC843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C18958-9D0B-4ADE-A2A5-44FB2150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9563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A33E6-7AD0-4732-ACB6-43D3C1A5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2FD1EA-7042-4D04-8764-66EAF7D99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2521A0-73AA-462F-98A5-BC17DC074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9D34D4-F724-4ED0-9909-60C6645EB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A0CE29-AC6F-477C-950B-824F32343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DE880A-F81F-46E5-AFF6-8BB6E89A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6355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3B3EF-4B4C-4B2A-97AC-B530CD7A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47F667-7166-42FF-8A0F-2A4E6C0E3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4D81B6-D039-42CB-B56D-6414C285A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DD35D4-4758-4213-A332-95AB7798D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DBD69F-EEFE-4BA8-ACB8-E0A2D7309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99780B-AFC4-43C1-AA8C-6FC7217C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B2D852-4657-48BA-9A8B-ECAD62D6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41D396-0E4D-44F7-93D7-80B94100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045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BF95E-F70F-496B-950A-6BD369A2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4FCDE6B-6553-40F4-B0D3-EC999254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BE466C-D6D7-402F-8396-90A4762B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9EC60E-34EA-413C-98F2-971D8827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8203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C75A7E-A30F-4ECA-946C-391275FC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6D27A2-9F51-4414-ACCC-CE6B1139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F13AAA-8396-41FE-AAE8-CF9A81F2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500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8834C-BA80-4190-928D-F6FC975D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289264-90AA-42E5-8263-18F166682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A85809-9887-48D1-9B3C-14AF10A82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294EAF-BEF7-423C-9D74-66B27C4B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4310F1-622B-4C73-BC22-1F546207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B7611F-44BD-4197-AAD8-FD0EE207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8223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6FF84-C9E3-48EC-92D1-952A9EEB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66F711-CEEC-4AD7-A930-DCC80E905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F8539D-D62A-471A-98AE-FD535AED6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C7D473-0C1C-49DD-8ECF-AB9F609E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11A31C-656B-4460-AF88-2CDBED86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F17C8D-45C1-4D00-950C-560C6247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829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2D4C8-2C63-4DB8-9CCF-C519CF99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3C1E6E-34DD-404D-9ABB-3075EA12E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CDD814-F3D0-45B2-8AF4-FAFB1DD7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8189E-D2C4-4AA0-8F04-988E4868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EF37FB-5E09-4CB5-8455-4C3EA7A2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09893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49DEE4-E0B8-435B-95AA-230D6D4C2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70EA3A-CFB5-44D6-84F9-E9290A6CC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13981-41DA-4F75-8266-74185479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3785EF-954D-40FD-9141-D8AB2FBA4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8CB88-ED76-497D-A10B-A9596B66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478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CD5A78-0EAC-4387-ACB6-41D292A5E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FCA8B4-476D-42A3-A235-427F506D7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48DF25-28F6-4F2E-B8D5-F73631BC2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4C1CB-CC8D-4687-BB17-9D16149E311E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FF6E57-D326-4877-B03A-940E5489C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B3409F-D92F-4176-9163-5BA74CD9A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685A7-87A6-4187-918E-36BAA26FF89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7200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AFAD804C-7F8C-406E-815F-6992668BCAFE}"/>
              </a:ext>
            </a:extLst>
          </p:cNvPr>
          <p:cNvSpPr/>
          <p:nvPr/>
        </p:nvSpPr>
        <p:spPr>
          <a:xfrm>
            <a:off x="140939" y="139970"/>
            <a:ext cx="7104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E35049-3BE3-462B-90B3-0C78E2C14F55}"/>
              </a:ext>
            </a:extLst>
          </p:cNvPr>
          <p:cNvSpPr txBox="1"/>
          <p:nvPr/>
        </p:nvSpPr>
        <p:spPr>
          <a:xfrm>
            <a:off x="7456422" y="176338"/>
            <a:ext cx="4580964" cy="461665"/>
          </a:xfrm>
          <a:prstGeom prst="rect">
            <a:avLst/>
          </a:pr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wrap="square" rtlCol="0">
            <a:spAutoFit/>
          </a:bodyPr>
          <a:lstStyle/>
          <a:p>
            <a:r>
              <a:rPr lang="es-ES" sz="2400" b="1" dirty="0"/>
              <a:t>AYZANOA SOLANO , JOAO CARLOS</a:t>
            </a:r>
            <a:endParaRPr lang="es-PE" sz="24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63086F2-064C-4CDE-907E-795182110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31" y="103444"/>
            <a:ext cx="5385960" cy="8828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F7FA02E-0C71-4E10-BBA9-B285C8952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92" y="1389227"/>
            <a:ext cx="1076475" cy="31436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3B1E07E-2230-4979-A847-B5F1F67E9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65" y="1891391"/>
            <a:ext cx="1352739" cy="27626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11B1EFC-9FDD-4B22-A1D7-444AD39F5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06" y="2385938"/>
            <a:ext cx="1895740" cy="30484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14834DD-4CEB-4E5D-A889-4D6AD3D5D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729" y="2798668"/>
            <a:ext cx="3572374" cy="24768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3DF59D6-6C7B-44F7-9FD5-212C027FE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729" y="3253733"/>
            <a:ext cx="4724320" cy="61393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2CB236B-1CCE-43AC-AFB7-29640FD89B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156" y="4075050"/>
            <a:ext cx="3949209" cy="509322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F247B85F-69BA-4A58-B3DD-CBF66651CA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66" y="4916794"/>
            <a:ext cx="3228670" cy="315299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791A224E-80A4-4C53-B819-716BBCEBA4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156" y="5366334"/>
            <a:ext cx="2227985" cy="235176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5BDDD65-9135-4BA0-A9FF-8C13DB3636F8}"/>
              </a:ext>
            </a:extLst>
          </p:cNvPr>
          <p:cNvCxnSpPr>
            <a:cxnSpLocks/>
          </p:cNvCxnSpPr>
          <p:nvPr/>
        </p:nvCxnSpPr>
        <p:spPr>
          <a:xfrm>
            <a:off x="5432613" y="1148156"/>
            <a:ext cx="31374" cy="4557805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48" name="Imagen 47">
            <a:extLst>
              <a:ext uri="{FF2B5EF4-FFF2-40B4-BE49-F238E27FC236}">
                <a16:creationId xmlns:a16="http://schemas.microsoft.com/office/drawing/2014/main" id="{9F7F2326-A11F-48E8-8334-98261A7C79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76907" y="1002439"/>
            <a:ext cx="5541625" cy="386788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E8A70482-1796-4D97-97BE-02E929801D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3816" y="1401509"/>
            <a:ext cx="4118283" cy="280016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55B79C52-4846-4EDD-980A-B36551959D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5730" y="1786894"/>
            <a:ext cx="4118284" cy="289425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2F83263C-D28B-4537-A075-46C5FDE678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3817" y="2148949"/>
            <a:ext cx="4140198" cy="300392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2AE5DB48-D48E-4BFB-AC9A-106A771E92E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50402" y="2482787"/>
            <a:ext cx="2559873" cy="300393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A5088924-DE67-42FE-826D-462D382470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50402" y="2878201"/>
            <a:ext cx="2559874" cy="288708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0644946C-7132-45BA-8473-A9C07BAAA0B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87906" y="3275256"/>
            <a:ext cx="2201989" cy="423459"/>
          </a:xfrm>
          <a:prstGeom prst="rect">
            <a:avLst/>
          </a:prstGeom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4A6DCE85-57A0-4F93-9AEF-944EFABD78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2370" y="3776378"/>
            <a:ext cx="3351777" cy="345762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EF5F1372-D599-465E-80E9-73315030D9F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20344" y="4194582"/>
            <a:ext cx="2847922" cy="283174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ECAC012C-4823-44DB-BB3B-8E7FDDF737E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4490" y="4522842"/>
            <a:ext cx="2835154" cy="306940"/>
          </a:xfrm>
          <a:prstGeom prst="rect">
            <a:avLst/>
          </a:prstGeom>
        </p:spPr>
      </p:pic>
      <p:pic>
        <p:nvPicPr>
          <p:cNvPr id="74" name="Imagen 73">
            <a:extLst>
              <a:ext uri="{FF2B5EF4-FFF2-40B4-BE49-F238E27FC236}">
                <a16:creationId xmlns:a16="http://schemas.microsoft.com/office/drawing/2014/main" id="{9323A2DB-299F-4AD6-AC68-654C4001AED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58665" y="4859489"/>
            <a:ext cx="3187427" cy="278053"/>
          </a:xfrm>
          <a:prstGeom prst="rect">
            <a:avLst/>
          </a:prstGeom>
        </p:spPr>
      </p:pic>
      <p:pic>
        <p:nvPicPr>
          <p:cNvPr id="76" name="Imagen 75">
            <a:extLst>
              <a:ext uri="{FF2B5EF4-FFF2-40B4-BE49-F238E27FC236}">
                <a16:creationId xmlns:a16="http://schemas.microsoft.com/office/drawing/2014/main" id="{B107F0D8-7DE6-423A-AD28-CE482315EB0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22495" y="5175166"/>
            <a:ext cx="3855461" cy="235177"/>
          </a:xfrm>
          <a:prstGeom prst="rect">
            <a:avLst/>
          </a:prstGeom>
        </p:spPr>
      </p:pic>
      <p:pic>
        <p:nvPicPr>
          <p:cNvPr id="78" name="Imagen 77">
            <a:extLst>
              <a:ext uri="{FF2B5EF4-FFF2-40B4-BE49-F238E27FC236}">
                <a16:creationId xmlns:a16="http://schemas.microsoft.com/office/drawing/2014/main" id="{D8765949-36F7-4EF0-98FF-CB2EBC0278E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25596" y="5494051"/>
            <a:ext cx="4363021" cy="235657"/>
          </a:xfrm>
          <a:prstGeom prst="rect">
            <a:avLst/>
          </a:prstGeom>
        </p:spPr>
      </p:pic>
      <p:pic>
        <p:nvPicPr>
          <p:cNvPr id="82" name="Imagen 81">
            <a:extLst>
              <a:ext uri="{FF2B5EF4-FFF2-40B4-BE49-F238E27FC236}">
                <a16:creationId xmlns:a16="http://schemas.microsoft.com/office/drawing/2014/main" id="{3E716B8F-6729-4EC5-BCBF-EE065896B91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4347" y="5905679"/>
            <a:ext cx="1310625" cy="222496"/>
          </a:xfrm>
          <a:prstGeom prst="rect">
            <a:avLst/>
          </a:prstGeom>
        </p:spPr>
      </p:pic>
      <p:pic>
        <p:nvPicPr>
          <p:cNvPr id="84" name="Imagen 83">
            <a:extLst>
              <a:ext uri="{FF2B5EF4-FFF2-40B4-BE49-F238E27FC236}">
                <a16:creationId xmlns:a16="http://schemas.microsoft.com/office/drawing/2014/main" id="{290A6A1D-F656-48FA-8321-F624965EC48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98086" y="5900178"/>
            <a:ext cx="1839759" cy="200965"/>
          </a:xfrm>
          <a:prstGeom prst="rect">
            <a:avLst/>
          </a:prstGeom>
        </p:spPr>
      </p:pic>
      <p:pic>
        <p:nvPicPr>
          <p:cNvPr id="86" name="Imagen 85">
            <a:extLst>
              <a:ext uri="{FF2B5EF4-FFF2-40B4-BE49-F238E27FC236}">
                <a16:creationId xmlns:a16="http://schemas.microsoft.com/office/drawing/2014/main" id="{26A4AF20-BEC6-448E-A0D1-A247BDEB1F1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051874" y="6215421"/>
            <a:ext cx="2051413" cy="186610"/>
          </a:xfrm>
          <a:prstGeom prst="rect">
            <a:avLst/>
          </a:prstGeom>
        </p:spPr>
      </p:pic>
      <p:pic>
        <p:nvPicPr>
          <p:cNvPr id="88" name="Imagen 87">
            <a:extLst>
              <a:ext uri="{FF2B5EF4-FFF2-40B4-BE49-F238E27FC236}">
                <a16:creationId xmlns:a16="http://schemas.microsoft.com/office/drawing/2014/main" id="{F6577393-D31C-4707-A860-6DACF4967AD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78429" y="6477317"/>
            <a:ext cx="4908739" cy="222496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F62934AC-13F6-4E5A-A5C8-7794A1C0D7D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83714" y="6358427"/>
            <a:ext cx="1429739" cy="39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2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7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ayzanoacursos@gmail.com</dc:creator>
  <cp:lastModifiedBy>ayzanoacursos@gmail.com</cp:lastModifiedBy>
  <cp:revision>19</cp:revision>
  <dcterms:created xsi:type="dcterms:W3CDTF">2025-09-26T21:35:47Z</dcterms:created>
  <dcterms:modified xsi:type="dcterms:W3CDTF">2025-11-04T18:03:11Z</dcterms:modified>
</cp:coreProperties>
</file>